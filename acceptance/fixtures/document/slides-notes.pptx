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讲者备注：请复核第七条。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 A：支付期限 30 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B has a value of 81.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